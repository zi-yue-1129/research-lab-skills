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sset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0" y="2641600"/>
            <a:ext cx="3251200" cy="2113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82600"/>
            <a:ext cx="6187440" cy="3962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Helvetica"/>
              </a:rPr>
              <a:t>Evaluation curve, full subject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