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0" bIns="0"/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374151"/>
                </a:solidFill>
                <a:latin typeface="Helvetica"/>
              </a:rPr>
              <a:t>Readable at presentation scale for the reviewer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82600"/>
            <a:ext cx="3215640" cy="396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Helvetica"/>
              </a:rPr>
              <a:t>Deployment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