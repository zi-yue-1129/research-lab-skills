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2235200"/>
            <a:ext cx="2641600" cy="1422400"/>
          </a:xfrm>
          <a:prstGeom prst="rect">
            <a:avLst/>
          </a:prstGeom>
          <a:solidFill>
            <a:srgbClr val="F1F5F9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411480" bIns="0"/>
          <a:lstStyle/>
          <a:p>
            <a:pPr algn="ctr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374151"/>
                </a:solidFill>
                <a:latin typeface="Helvetica"/>
              </a:rPr>
              <a:t>Next milestone</a:t>
            </a:r>
          </a:p>
          <a:p>
            <a:pPr algn="ctr">
              <a:lnSpc>
                <a:spcPts val="1728"/>
              </a:lnSpc>
              <a:spcBef>
                <a:spcPts val="672"/>
              </a:spcBef>
              <a:spcAft>
                <a:spcPts val="0"/>
              </a:spcAft>
            </a:pPr>
            <a:r>
              <a:rPr sz="1800">
                <a:solidFill>
                  <a:srgbClr val="059669"/>
                </a:solidFill>
                <a:latin typeface="Helvetica"/>
              </a:rPr>
              <a:t>Publishing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89600" y="914400"/>
            <a:ext cx="7376160" cy="528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4000" b="1">
                <a:solidFill>
                  <a:srgbClr val="1E3A5F"/>
                </a:solidFill>
                <a:latin typeface="Helvetica"/>
              </a:rPr>
              <a:t>Reviewer approval milestone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