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24000" y="3251200"/>
            <a:ext cx="223520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416560" bIns="0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FFFFFF"/>
                </a:solidFill>
                <a:latin typeface="Helvetica"/>
              </a:rPr>
              <a:t>Draft output</a:t>
            </a:r>
          </a:p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FFFFFF"/>
                </a:solidFill>
                <a:latin typeface="Helvetica"/>
              </a:rPr>
              <a:t>Approved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0" y="3251200"/>
            <a:ext cx="2235200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>
            <a:stCxn id="4" idx="3"/>
          </p:cNvCxnSpPr>
          <p:nvPr/>
        </p:nvCxnSpPr>
        <p:spPr>
          <a:xfrm>
            <a:off x="3759200" y="3708400"/>
            <a:ext cx="2844800" cy="0"/>
          </a:xfrm>
          <a:prstGeom prst="line">
            <a:avLst/>
          </a:prstGeom>
          <a:ln w="3810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9600" y="482600"/>
            <a:ext cx="4008120" cy="396240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Helvetica"/>
              </a:rPr>
              <a:t>Human review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