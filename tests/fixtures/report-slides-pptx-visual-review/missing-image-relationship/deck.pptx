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82600"/>
            <a:ext cx="7376160" cy="3962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Helvetica"/>
              </a:rPr>
              <a:t>Evaluation curve, embedded reference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